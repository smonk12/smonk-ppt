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3" r:id="rId8"/>
    <p:sldId id="265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0D06-6B17-60C1-8515-B381EF77D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2D752-B82D-09FA-495B-1F23E9913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01008-CE97-3DE4-B142-A3E507604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E1BC-E4F2-6974-26ED-9F11F7EA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19086-9578-F122-C6DA-B5F87A86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907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9DEC4-84F6-2136-D743-649FD6B8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D7749-BC0E-A7CD-6977-8262574F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081EF-5E1C-655D-9B6C-2424817A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876E7-020F-F1EB-16DD-22058D34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683C2-0600-5254-9C7C-0741553F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373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6A56-0067-A52D-FB67-A536BEB0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A99DB-B67D-5A04-E87E-BB5BFC367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7808-F315-27A2-D57D-779103ED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B9788-A0C3-0123-B1EE-71D3D58A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49198-EFD5-A2E8-83AD-DDF3709A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428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4479F-D869-F30C-0A4F-CE7B992E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7BFA-5C88-A451-E01B-9DF6018D5D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0A8D5-1B8C-275C-478E-CB9D660BF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244EB-B9FB-DC99-D97F-04DE2CC0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30BBB-FD94-8FD3-DF18-537648C6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514B9-AE73-9C64-DAFE-A13CB742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3872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13A8-D226-A1B7-F5BF-B528F2969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A21F7-D97D-D69F-E48A-516A99F6F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FB55B-972A-3452-30D9-365F20FF7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741B3-636F-3651-463F-2A5B24FC7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A9B3E-67E4-76AA-9467-26BDE8FAC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971C7-071F-BB5B-2F90-12496AD7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256EC-F0E6-8A2D-55B2-CD7D61703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C65C3-FB19-57CC-9A10-561B7C1C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557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9208-63B2-0BD9-E12E-89226652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04294-EAE8-85B8-D506-90B71D25C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B771E-EB9C-344E-6692-5B6634B27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C0355-02CD-0450-B675-DDFCCB5D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891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9BDAE-2A64-4B11-9C2C-06780EEF1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CDFD3-FEE5-8ACE-3BB2-63A00E0E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9DCF6-33A5-0BEB-6B81-225AF24E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835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738C-F1A6-711D-EC3E-21334CE6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F02A-20E6-B351-FF8C-026055B9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A2310-3CB7-F2D8-E783-E7327805A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1B8BE-7663-3F08-7631-AFBA5A94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2CED4-95C9-6242-1FAB-9FBD744F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D6C89-C11B-C219-A449-1A2EB84B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5804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143C-1371-BDC6-3A83-C15D2EE8E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E1895B-BB97-BF4C-7C8A-F84E54A1F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E5FEB-FF21-A4FE-02B8-CD3A5EC7F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173DD-51C2-7F04-2505-FB80EDE6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97CF1-B274-7CFB-3078-17702D72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FA050-57CF-3247-BB83-04337EED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795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B8B5-5A53-BCC4-64FA-78A167B8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4E358-A94A-F71E-1709-19724AA9A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02B2F-C9D8-0579-73FD-4C999A90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102A-479B-8185-A99C-95789088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9A719-CD8B-3F20-EEEF-E399DCF5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888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49750-05BA-FBAD-DBEC-91365A697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C9187-4DB5-E188-184E-674032434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F556-6956-15B7-CFE3-B2B0C4B53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32F0-D175-05A6-AD0E-CEF6288C0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A75BF-4F47-C8F8-4B0C-E62F795E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194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374300-43E1-245A-8D92-0D207ADA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8C5C5-D363-D631-3462-92FCB229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CB7A-EE89-AA48-089D-0C5912E0E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1C414-9264-472F-8F44-4AC08CBAF0ED}" type="datetimeFigureOut">
              <a:rPr lang="hu-HU" smtClean="0"/>
              <a:t>2025. 06. 16.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506E-87A2-77D4-34DE-72A67438B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8476-1FF2-2D29-69E5-3173C5056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C24B8-247D-43BB-AF4F-B3E5F9C6C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92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47BC22-0D99-8CC7-65F4-86497055A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-16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FA6E9AF-CC79-EEB3-B935-39D3ABEDCFFE}"/>
              </a:ext>
            </a:extLst>
          </p:cNvPr>
          <p:cNvGrpSpPr/>
          <p:nvPr/>
        </p:nvGrpSpPr>
        <p:grpSpPr>
          <a:xfrm>
            <a:off x="3533836" y="2655697"/>
            <a:ext cx="5124327" cy="1546606"/>
            <a:chOff x="3715230" y="2694342"/>
            <a:chExt cx="5124327" cy="1546606"/>
          </a:xfrm>
        </p:grpSpPr>
        <p:pic>
          <p:nvPicPr>
            <p:cNvPr id="1038" name="Picture 14" descr="Maesto Regular Demo">
              <a:extLst>
                <a:ext uri="{FF2B5EF4-FFF2-40B4-BE49-F238E27FC236}">
                  <a16:creationId xmlns:a16="http://schemas.microsoft.com/office/drawing/2014/main" id="{2CC21410-2136-4098-A2ED-13411EE064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5230" y="2694342"/>
              <a:ext cx="4972050" cy="666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Maesto Regular Demo">
              <a:extLst>
                <a:ext uri="{FF2B5EF4-FFF2-40B4-BE49-F238E27FC236}">
                  <a16:creationId xmlns:a16="http://schemas.microsoft.com/office/drawing/2014/main" id="{EB9CC32F-816E-47AD-309E-945981DA5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3494" y="3361092"/>
              <a:ext cx="1447800" cy="40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Maesto Regular Demo">
              <a:extLst>
                <a:ext uri="{FF2B5EF4-FFF2-40B4-BE49-F238E27FC236}">
                  <a16:creationId xmlns:a16="http://schemas.microsoft.com/office/drawing/2014/main" id="{5E6D5D70-C506-208A-516E-1E93E2B30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596" y="3898048"/>
              <a:ext cx="952500" cy="26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22" descr="Maesto Regular Demo">
              <a:extLst>
                <a:ext uri="{FF2B5EF4-FFF2-40B4-BE49-F238E27FC236}">
                  <a16:creationId xmlns:a16="http://schemas.microsoft.com/office/drawing/2014/main" id="{A9BA3D25-51AB-5A8C-D295-EB38146B32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0096" y="3902442"/>
              <a:ext cx="952500" cy="26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8" name="Picture 24" descr="Maesto Regular Demo">
              <a:extLst>
                <a:ext uri="{FF2B5EF4-FFF2-40B4-BE49-F238E27FC236}">
                  <a16:creationId xmlns:a16="http://schemas.microsoft.com/office/drawing/2014/main" id="{B06E1959-A0E4-3240-97D8-07A6AD1BD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2654" y="3902442"/>
              <a:ext cx="952500" cy="26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2" name="Picture 28" descr="Maesto Regular Demo">
              <a:extLst>
                <a:ext uri="{FF2B5EF4-FFF2-40B4-BE49-F238E27FC236}">
                  <a16:creationId xmlns:a16="http://schemas.microsoft.com/office/drawing/2014/main" id="{313070F6-99B1-0BD0-DD91-703623B319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0958" y="3898048"/>
              <a:ext cx="952500" cy="266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4" name="Picture 30" descr="Maesto Regular Demo">
              <a:extLst>
                <a:ext uri="{FF2B5EF4-FFF2-40B4-BE49-F238E27FC236}">
                  <a16:creationId xmlns:a16="http://schemas.microsoft.com/office/drawing/2014/main" id="{DB8DC956-3599-E7D4-8AFD-A9A003D34A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7057" y="3898048"/>
              <a:ext cx="952500" cy="34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9111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399A-42C4-2094-F88F-4B10C869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AF201C-779E-6E74-DB3B-C1663FA11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brightnessContrast bright="-16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1999" cy="6862678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883F3-AE7A-80A0-1F30-B574ADC9D8DB}"/>
              </a:ext>
            </a:extLst>
          </p:cNvPr>
          <p:cNvSpPr txBox="1"/>
          <p:nvPr/>
        </p:nvSpPr>
        <p:spPr>
          <a:xfrm>
            <a:off x="3021506" y="2690336"/>
            <a:ext cx="61475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chemeClr val="bg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"dungeon crawler" is 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 genre of game where players navigate and explore complex dungeon-like environments while battling monsters, solving puzzles, and collecting treasure</a:t>
            </a:r>
            <a:r>
              <a:rPr lang="en-US" b="0" i="0" dirty="0">
                <a:solidFill>
                  <a:schemeClr val="bg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endParaRPr lang="hu-HU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78FFA5-E5B4-2BA0-70FB-7A54893ED711}"/>
              </a:ext>
            </a:extLst>
          </p:cNvPr>
          <p:cNvSpPr txBox="1"/>
          <p:nvPr/>
        </p:nvSpPr>
        <p:spPr>
          <a:xfrm>
            <a:off x="3022236" y="324433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b="0" i="0" dirty="0">
                <a:solidFill>
                  <a:schemeClr val="bg1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Let’s see how our game works</a:t>
            </a:r>
            <a:endParaRPr lang="hu-HU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48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C2C5-F167-6706-E08E-607B22FB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6A1A5F-3FE4-D709-8FD6-D4C4518A1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034"/>
            <a:ext cx="12191999" cy="693203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08A72C-9B88-32A9-88F8-031D4D706502}"/>
              </a:ext>
            </a:extLst>
          </p:cNvPr>
          <p:cNvSpPr txBox="1"/>
          <p:nvPr/>
        </p:nvSpPr>
        <p:spPr>
          <a:xfrm>
            <a:off x="4983327" y="2500321"/>
            <a:ext cx="222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hu-HU" dirty="0">
              <a:solidFill>
                <a:schemeClr val="bg1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B9C93B-189D-EEE7-1BA6-AD2ACF18BB8E}"/>
              </a:ext>
            </a:extLst>
          </p:cNvPr>
          <p:cNvGrpSpPr/>
          <p:nvPr/>
        </p:nvGrpSpPr>
        <p:grpSpPr>
          <a:xfrm>
            <a:off x="0" y="-74034"/>
            <a:ext cx="12191999" cy="6932034"/>
            <a:chOff x="0" y="-74034"/>
            <a:chExt cx="12191999" cy="693203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6CF75AA-4194-FF5B-FFC9-BA85663FD9F8}"/>
                </a:ext>
              </a:extLst>
            </p:cNvPr>
            <p:cNvSpPr/>
            <p:nvPr/>
          </p:nvSpPr>
          <p:spPr>
            <a:xfrm>
              <a:off x="0" y="-74034"/>
              <a:ext cx="12191999" cy="6932034"/>
            </a:xfrm>
            <a:prstGeom prst="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01D4A02-BE48-306E-B350-700F23DA3ADE}"/>
                </a:ext>
              </a:extLst>
            </p:cNvPr>
            <p:cNvSpPr/>
            <p:nvPr/>
          </p:nvSpPr>
          <p:spPr>
            <a:xfrm>
              <a:off x="248991" y="148107"/>
              <a:ext cx="11670406" cy="6458755"/>
            </a:xfrm>
            <a:prstGeom prst="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81965AA-750F-BF48-6C1B-3A33D8B65476}"/>
                </a:ext>
              </a:extLst>
            </p:cNvPr>
            <p:cNvCxnSpPr>
              <a:cxnSpLocks/>
              <a:stCxn id="27" idx="1"/>
              <a:endCxn id="4" idx="1"/>
            </p:cNvCxnSpPr>
            <p:nvPr/>
          </p:nvCxnSpPr>
          <p:spPr>
            <a:xfrm flipH="1" flipV="1">
              <a:off x="248991" y="3377485"/>
              <a:ext cx="4562716" cy="25757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A2EE90-B4CE-9723-D1BC-DBF55B0517EF}"/>
                </a:ext>
              </a:extLst>
            </p:cNvPr>
            <p:cNvCxnSpPr>
              <a:cxnSpLocks/>
              <a:stCxn id="27" idx="3"/>
              <a:endCxn id="4" idx="3"/>
            </p:cNvCxnSpPr>
            <p:nvPr/>
          </p:nvCxnSpPr>
          <p:spPr>
            <a:xfrm flipV="1">
              <a:off x="7356681" y="3377485"/>
              <a:ext cx="4562716" cy="25757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C2B9210-3C7E-8B8F-C9E7-C0C838EC22E8}"/>
                </a:ext>
              </a:extLst>
            </p:cNvPr>
            <p:cNvCxnSpPr>
              <a:cxnSpLocks/>
              <a:stCxn id="27" idx="0"/>
              <a:endCxn id="4" idx="0"/>
            </p:cNvCxnSpPr>
            <p:nvPr/>
          </p:nvCxnSpPr>
          <p:spPr>
            <a:xfrm flipV="1">
              <a:off x="6084194" y="148107"/>
              <a:ext cx="0" cy="2281641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BEABE17-0B04-7410-4705-514131985580}"/>
                </a:ext>
              </a:extLst>
            </p:cNvPr>
            <p:cNvCxnSpPr>
              <a:cxnSpLocks/>
              <a:stCxn id="27" idx="2"/>
              <a:endCxn id="4" idx="2"/>
            </p:cNvCxnSpPr>
            <p:nvPr/>
          </p:nvCxnSpPr>
          <p:spPr>
            <a:xfrm>
              <a:off x="6084194" y="4376735"/>
              <a:ext cx="0" cy="2230127"/>
            </a:xfrm>
            <a:prstGeom prst="straightConnector1">
              <a:avLst/>
            </a:prstGeom>
            <a:ln w="762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AED157A-9198-47C4-0017-EE50B15DE695}"/>
                </a:ext>
              </a:extLst>
            </p:cNvPr>
            <p:cNvSpPr/>
            <p:nvPr/>
          </p:nvSpPr>
          <p:spPr>
            <a:xfrm>
              <a:off x="4811707" y="2429748"/>
              <a:ext cx="2544974" cy="1946987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First the game initializes our border walls</a:t>
              </a:r>
              <a:b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</a:br>
              <a:b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This creates our current room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3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EF3F-AA27-7F5F-D347-99983E23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ECA51-316B-1519-222C-174AC694B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034"/>
            <a:ext cx="12191999" cy="693203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51434-4D8D-814E-1FD4-00AE9EE1738B}"/>
              </a:ext>
            </a:extLst>
          </p:cNvPr>
          <p:cNvSpPr txBox="1"/>
          <p:nvPr/>
        </p:nvSpPr>
        <p:spPr>
          <a:xfrm>
            <a:off x="4983327" y="2500321"/>
            <a:ext cx="2225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hu-HU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61FAA96-F9E5-AD36-338C-8513DB741762}"/>
              </a:ext>
            </a:extLst>
          </p:cNvPr>
          <p:cNvGrpSpPr/>
          <p:nvPr/>
        </p:nvGrpSpPr>
        <p:grpSpPr>
          <a:xfrm>
            <a:off x="3625403" y="945086"/>
            <a:ext cx="4941191" cy="4232322"/>
            <a:chOff x="3625403" y="945086"/>
            <a:chExt cx="4941191" cy="423232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85CCD31-B513-E14B-B7E0-3230F75A2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62530" y="2041301"/>
              <a:ext cx="631065" cy="736019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DEF0362-3993-27CD-3521-EF69D6636F6B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H="1" flipV="1">
              <a:off x="5690863" y="945086"/>
              <a:ext cx="405137" cy="1448121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A6DCC1A-0477-C0F1-D08E-16A15168F3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892" y="2086377"/>
              <a:ext cx="526624" cy="690943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65B1DAD-1C87-9A15-8DF2-237401BE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5403" y="3895859"/>
              <a:ext cx="1268569" cy="730618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5B9E83-E363-AC55-7FFC-3E8E806E0EC4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>
              <a:off x="7055441" y="4224609"/>
              <a:ext cx="960059" cy="952799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0D3F54E-1CC9-687F-0183-DE252E49E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9055" y="3328673"/>
              <a:ext cx="1147539" cy="6331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91DB210-8E30-D050-0A04-0C0585D4E461}"/>
                </a:ext>
              </a:extLst>
            </p:cNvPr>
            <p:cNvSpPr/>
            <p:nvPr/>
          </p:nvSpPr>
          <p:spPr>
            <a:xfrm>
              <a:off x="4739146" y="2393207"/>
              <a:ext cx="2713708" cy="2145621"/>
            </a:xfrm>
            <a:prstGeom prst="ellipse">
              <a:avLst/>
            </a:prstGeom>
            <a:solidFill>
              <a:schemeClr val="tx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Then the game creates the inner walls randomly, with random patterns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1326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3CD9-8FFB-D0C9-7DDC-807A6D593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B67E2F-E7DA-950F-A3D8-FAF791C69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034"/>
            <a:ext cx="12191999" cy="6932034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7B47246-9041-2201-B457-7A644A8A1744}"/>
              </a:ext>
            </a:extLst>
          </p:cNvPr>
          <p:cNvGrpSpPr/>
          <p:nvPr/>
        </p:nvGrpSpPr>
        <p:grpSpPr>
          <a:xfrm>
            <a:off x="6616789" y="231052"/>
            <a:ext cx="3905249" cy="646331"/>
            <a:chOff x="6610350" y="231052"/>
            <a:chExt cx="3905249" cy="64633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BBA749-A652-4E9B-DE77-C7461CC65EED}"/>
                </a:ext>
              </a:extLst>
            </p:cNvPr>
            <p:cNvSpPr txBox="1"/>
            <p:nvPr/>
          </p:nvSpPr>
          <p:spPr>
            <a:xfrm>
              <a:off x="7118349" y="231052"/>
              <a:ext cx="3397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Our player spawns in a random location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B1F63D0-133D-3C2A-E788-E3FB8869D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0350" y="431800"/>
              <a:ext cx="609600" cy="50800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F78100-DD3A-F587-9572-BB5D28246BF6}"/>
              </a:ext>
            </a:extLst>
          </p:cNvPr>
          <p:cNvGrpSpPr/>
          <p:nvPr/>
        </p:nvGrpSpPr>
        <p:grpSpPr>
          <a:xfrm>
            <a:off x="4206605" y="139700"/>
            <a:ext cx="3397250" cy="3289300"/>
            <a:chOff x="4206605" y="139700"/>
            <a:chExt cx="3397250" cy="32893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0DF0EF0-A630-331F-9B75-F6C3C73B4667}"/>
                </a:ext>
              </a:extLst>
            </p:cNvPr>
            <p:cNvGrpSpPr/>
            <p:nvPr/>
          </p:nvGrpSpPr>
          <p:grpSpPr>
            <a:xfrm>
              <a:off x="4419599" y="139700"/>
              <a:ext cx="3009900" cy="2612430"/>
              <a:chOff x="4419599" y="139700"/>
              <a:chExt cx="3009900" cy="261243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89BF592-CF04-4204-7CD0-1B39DC7E985A}"/>
                  </a:ext>
                </a:extLst>
              </p:cNvPr>
              <p:cNvSpPr/>
              <p:nvPr/>
            </p:nvSpPr>
            <p:spPr>
              <a:xfrm>
                <a:off x="5613400" y="139700"/>
                <a:ext cx="1651000" cy="1117600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28BC58-E87C-3E64-D8D1-97D74D8C0AEF}"/>
                  </a:ext>
                </a:extLst>
              </p:cNvPr>
              <p:cNvSpPr txBox="1"/>
              <p:nvPr/>
            </p:nvSpPr>
            <p:spPr>
              <a:xfrm>
                <a:off x="4419599" y="1828800"/>
                <a:ext cx="30099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>
                    <a:solidFill>
                      <a:schemeClr val="bg1"/>
                    </a:solidFill>
                    <a:latin typeface="Cascadia Code" panose="020B0609020000020004" pitchFamily="49" charset="0"/>
                    <a:cs typeface="Cascadia Code" panose="020B0609020000020004" pitchFamily="49" charset="0"/>
                  </a:rPr>
                  <a:t>The game creates a field where items and enemies can’t spawn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AE6EDE8-F3B1-A94F-3DC1-6FC68F522F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00750" y="1257300"/>
                <a:ext cx="234950" cy="571500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17F58B-8CAE-DE94-A58D-B8223BEAE64B}"/>
                </a:ext>
              </a:extLst>
            </p:cNvPr>
            <p:cNvSpPr txBox="1"/>
            <p:nvPr/>
          </p:nvSpPr>
          <p:spPr>
            <a:xfrm>
              <a:off x="4206605" y="2782669"/>
              <a:ext cx="3397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The player can move in any directions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B6E1862-41A0-046B-750A-9FE19E953905}"/>
              </a:ext>
            </a:extLst>
          </p:cNvPr>
          <p:cNvSpPr txBox="1"/>
          <p:nvPr/>
        </p:nvSpPr>
        <p:spPr>
          <a:xfrm>
            <a:off x="4543517" y="2849858"/>
            <a:ext cx="2748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Then the game creates different assets around the map randomly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1FB799C-C104-D357-F050-D6042A06E6A9}"/>
              </a:ext>
            </a:extLst>
          </p:cNvPr>
          <p:cNvGrpSpPr/>
          <p:nvPr/>
        </p:nvGrpSpPr>
        <p:grpSpPr>
          <a:xfrm>
            <a:off x="1119143" y="2240284"/>
            <a:ext cx="3312016" cy="3457978"/>
            <a:chOff x="1119143" y="2240284"/>
            <a:chExt cx="3312016" cy="345797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725CFE-9E14-78BA-1BEB-CC66F1CC4621}"/>
                </a:ext>
              </a:extLst>
            </p:cNvPr>
            <p:cNvSpPr txBox="1"/>
            <p:nvPr/>
          </p:nvSpPr>
          <p:spPr>
            <a:xfrm>
              <a:off x="1119143" y="2903546"/>
              <a:ext cx="22125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Different kinds of weapons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3F993E0-B9E4-A8C0-B9CC-5AB45807718A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2225406" y="2240284"/>
              <a:ext cx="394126" cy="663262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A6690C9-2135-5668-9CA1-8747163A478D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1119143" y="3549877"/>
              <a:ext cx="1106263" cy="2148385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27B40F0-7F0F-EA3A-01D9-D4AC7B554520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flipV="1">
              <a:off x="3331669" y="3118073"/>
              <a:ext cx="1099490" cy="108639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F372F93-BD24-0961-FB8E-5E45F5391546}"/>
              </a:ext>
            </a:extLst>
          </p:cNvPr>
          <p:cNvGrpSpPr/>
          <p:nvPr/>
        </p:nvGrpSpPr>
        <p:grpSpPr>
          <a:xfrm>
            <a:off x="8918620" y="1182469"/>
            <a:ext cx="2739979" cy="646331"/>
            <a:chOff x="8918620" y="1182469"/>
            <a:chExt cx="2739979" cy="64633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100D8FD-B2C8-5BDE-3D2C-3CCE97808163}"/>
                </a:ext>
              </a:extLst>
            </p:cNvPr>
            <p:cNvSpPr txBox="1"/>
            <p:nvPr/>
          </p:nvSpPr>
          <p:spPr>
            <a:xfrm>
              <a:off x="9412308" y="1182469"/>
              <a:ext cx="22462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Different kinds of monsters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6666EC9-3F11-B87D-FBCD-CA7CDD27ADCC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8918620" y="1505635"/>
              <a:ext cx="493688" cy="226888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818A055-D30D-01FB-C62A-1540688EB6B7}"/>
              </a:ext>
            </a:extLst>
          </p:cNvPr>
          <p:cNvGrpSpPr/>
          <p:nvPr/>
        </p:nvGrpSpPr>
        <p:grpSpPr>
          <a:xfrm>
            <a:off x="9617186" y="3425050"/>
            <a:ext cx="1984577" cy="1089400"/>
            <a:chOff x="9617186" y="3425050"/>
            <a:chExt cx="1984577" cy="108940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FE676DF-8116-A129-6ABA-374713A0E2E8}"/>
                </a:ext>
              </a:extLst>
            </p:cNvPr>
            <p:cNvSpPr txBox="1"/>
            <p:nvPr/>
          </p:nvSpPr>
          <p:spPr>
            <a:xfrm>
              <a:off x="9708569" y="3697068"/>
              <a:ext cx="189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Treasures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8E0E7A3-B8C9-BE37-522F-965F2B9170E8}"/>
                </a:ext>
              </a:extLst>
            </p:cNvPr>
            <p:cNvCxnSpPr>
              <a:cxnSpLocks/>
            </p:cNvCxnSpPr>
            <p:nvPr/>
          </p:nvCxnSpPr>
          <p:spPr>
            <a:xfrm>
              <a:off x="10902010" y="4066400"/>
              <a:ext cx="182407" cy="44805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44F328F-0D0A-9273-467A-8B1E1F5413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417" y="3425050"/>
              <a:ext cx="221086" cy="272018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EA789FD-8E69-753A-0E1C-7A61B29585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17186" y="3561059"/>
              <a:ext cx="430271" cy="26279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B6613F5-B88B-A0FA-A374-463A39E2EFA0}"/>
              </a:ext>
            </a:extLst>
          </p:cNvPr>
          <p:cNvGrpSpPr/>
          <p:nvPr/>
        </p:nvGrpSpPr>
        <p:grpSpPr>
          <a:xfrm>
            <a:off x="7119378" y="1828800"/>
            <a:ext cx="1893194" cy="1995055"/>
            <a:chOff x="7119378" y="1828800"/>
            <a:chExt cx="1893194" cy="199505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D6F14E-0967-0653-6926-BA0CF79653F8}"/>
                </a:ext>
              </a:extLst>
            </p:cNvPr>
            <p:cNvSpPr txBox="1"/>
            <p:nvPr/>
          </p:nvSpPr>
          <p:spPr>
            <a:xfrm>
              <a:off x="7119378" y="2683940"/>
              <a:ext cx="18931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Differently colored keys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AAE1E2B-564E-AB1E-B7B5-B3DEEBA136B6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flipV="1">
              <a:off x="8065975" y="1828800"/>
              <a:ext cx="0" cy="85514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03F1DC2-F7FF-AA27-F86A-35D6254B6272}"/>
                </a:ext>
              </a:extLst>
            </p:cNvPr>
            <p:cNvCxnSpPr>
              <a:cxnSpLocks/>
            </p:cNvCxnSpPr>
            <p:nvPr/>
          </p:nvCxnSpPr>
          <p:spPr>
            <a:xfrm>
              <a:off x="8065975" y="3330271"/>
              <a:ext cx="228245" cy="493584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2A2B0C8-C710-AB45-D90D-9C25D99EB28D}"/>
              </a:ext>
            </a:extLst>
          </p:cNvPr>
          <p:cNvGrpSpPr/>
          <p:nvPr/>
        </p:nvGrpSpPr>
        <p:grpSpPr>
          <a:xfrm>
            <a:off x="4718050" y="4185411"/>
            <a:ext cx="3530733" cy="2394840"/>
            <a:chOff x="4718050" y="4185411"/>
            <a:chExt cx="3530733" cy="2394840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1614667-A294-5E07-25E6-288FE3A5B9F1}"/>
                </a:ext>
              </a:extLst>
            </p:cNvPr>
            <p:cNvSpPr txBox="1"/>
            <p:nvPr/>
          </p:nvSpPr>
          <p:spPr>
            <a:xfrm>
              <a:off x="4718050" y="5522370"/>
              <a:ext cx="346204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Exits get generated depending on what color keys are on the map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341B5F2-3526-5824-39A2-8F8860A63BB7}"/>
                </a:ext>
              </a:extLst>
            </p:cNvPr>
            <p:cNvCxnSpPr>
              <a:cxnSpLocks/>
            </p:cNvCxnSpPr>
            <p:nvPr/>
          </p:nvCxnSpPr>
          <p:spPr>
            <a:xfrm>
              <a:off x="7429499" y="6285703"/>
              <a:ext cx="358887" cy="294548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CDBD448-5A9B-F55B-C02A-4ED991FB12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0794" y="4185411"/>
              <a:ext cx="977989" cy="1276804"/>
            </a:xfrm>
            <a:prstGeom prst="straightConnector1">
              <a:avLst/>
            </a:prstGeom>
            <a:ln w="571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48C062B-85D3-D8A1-3DC7-57F6F12A897F}"/>
              </a:ext>
            </a:extLst>
          </p:cNvPr>
          <p:cNvGrpSpPr/>
          <p:nvPr/>
        </p:nvGrpSpPr>
        <p:grpSpPr>
          <a:xfrm>
            <a:off x="2741392" y="5019608"/>
            <a:ext cx="1893194" cy="1312746"/>
            <a:chOff x="2741392" y="5019608"/>
            <a:chExt cx="1893194" cy="131274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ACAEA8B-4736-62E5-6FC0-9BD57FA720E6}"/>
                </a:ext>
              </a:extLst>
            </p:cNvPr>
            <p:cNvSpPr txBox="1"/>
            <p:nvPr/>
          </p:nvSpPr>
          <p:spPr>
            <a:xfrm>
              <a:off x="2741392" y="5686023"/>
              <a:ext cx="18931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Health potions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793038C0-BA2F-0863-7566-5EFC83AB95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90808" y="5019608"/>
              <a:ext cx="236593" cy="666415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BFDB383-FED5-7580-F18A-4FA741303D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8476" y="5211441"/>
              <a:ext cx="230198" cy="474582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5F9FD789-C633-4500-39CA-796166C3E877}"/>
              </a:ext>
            </a:extLst>
          </p:cNvPr>
          <p:cNvSpPr txBox="1"/>
          <p:nvPr/>
        </p:nvSpPr>
        <p:spPr>
          <a:xfrm>
            <a:off x="4550423" y="2686386"/>
            <a:ext cx="2748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These assets get placed randomly around the map in every room that the player enters</a:t>
            </a:r>
          </a:p>
        </p:txBody>
      </p:sp>
    </p:spTree>
    <p:extLst>
      <p:ext uri="{BB962C8B-B14F-4D97-AF65-F5344CB8AC3E}">
        <p14:creationId xmlns:p14="http://schemas.microsoft.com/office/powerpoint/2010/main" val="281364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79" grpId="0"/>
      <p:bldP spid="7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D88810-EFA7-84E7-BDB4-90AEA779E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6B0E9C-DA32-96C0-17F9-7BA3E2B90882}"/>
              </a:ext>
            </a:extLst>
          </p:cNvPr>
          <p:cNvSpPr txBox="1"/>
          <p:nvPr/>
        </p:nvSpPr>
        <p:spPr>
          <a:xfrm>
            <a:off x="9883864" y="3164600"/>
            <a:ext cx="203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Here we can see different UI elements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131DC8-984F-589B-5943-1A5B918CD54C}"/>
              </a:ext>
            </a:extLst>
          </p:cNvPr>
          <p:cNvGrpSpPr/>
          <p:nvPr/>
        </p:nvGrpSpPr>
        <p:grpSpPr>
          <a:xfrm>
            <a:off x="9614079" y="0"/>
            <a:ext cx="2577921" cy="5215944"/>
            <a:chOff x="10952718" y="-50800"/>
            <a:chExt cx="2577921" cy="521594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03F8DA-8DA1-6A5D-2369-B5182E196FC4}"/>
                </a:ext>
              </a:extLst>
            </p:cNvPr>
            <p:cNvSpPr txBox="1"/>
            <p:nvPr/>
          </p:nvSpPr>
          <p:spPr>
            <a:xfrm>
              <a:off x="11000343" y="2059915"/>
              <a:ext cx="248267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Inventory, where your items will appear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A65FAC7-0A50-B9D5-6262-B2DFEE2F0B69}"/>
                </a:ext>
              </a:extLst>
            </p:cNvPr>
            <p:cNvSpPr/>
            <p:nvPr/>
          </p:nvSpPr>
          <p:spPr>
            <a:xfrm>
              <a:off x="10952718" y="-50800"/>
              <a:ext cx="2577921" cy="5215944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E779D3-2F7F-7967-3D19-B401721855F7}"/>
              </a:ext>
            </a:extLst>
          </p:cNvPr>
          <p:cNvGrpSpPr/>
          <p:nvPr/>
        </p:nvGrpSpPr>
        <p:grpSpPr>
          <a:xfrm>
            <a:off x="0" y="5215944"/>
            <a:ext cx="9614079" cy="1642056"/>
            <a:chOff x="0" y="5215944"/>
            <a:chExt cx="9614079" cy="164205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84469D-8BDC-EC73-E614-FA7CD70BAE0B}"/>
                </a:ext>
              </a:extLst>
            </p:cNvPr>
            <p:cNvSpPr/>
            <p:nvPr/>
          </p:nvSpPr>
          <p:spPr>
            <a:xfrm>
              <a:off x="0" y="5215944"/>
              <a:ext cx="9614079" cy="1642056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85F193-6F0A-046F-121D-C697614C4546}"/>
                </a:ext>
              </a:extLst>
            </p:cNvPr>
            <p:cNvSpPr txBox="1"/>
            <p:nvPr/>
          </p:nvSpPr>
          <p:spPr>
            <a:xfrm>
              <a:off x="3931276" y="5575307"/>
              <a:ext cx="1751526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Your stats during the game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02ADA7-0E6C-7B0E-D178-D9B0643AF7B9}"/>
              </a:ext>
            </a:extLst>
          </p:cNvPr>
          <p:cNvGrpSpPr/>
          <p:nvPr/>
        </p:nvGrpSpPr>
        <p:grpSpPr>
          <a:xfrm>
            <a:off x="9614079" y="4292614"/>
            <a:ext cx="2577921" cy="2565386"/>
            <a:chOff x="9614079" y="4292614"/>
            <a:chExt cx="2577921" cy="25653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B1F5E-E90D-3836-491A-9D40E382A807}"/>
                </a:ext>
              </a:extLst>
            </p:cNvPr>
            <p:cNvSpPr/>
            <p:nvPr/>
          </p:nvSpPr>
          <p:spPr>
            <a:xfrm>
              <a:off x="9614079" y="5215944"/>
              <a:ext cx="2577921" cy="1642056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9E8D61-A0A1-581B-1806-4ED0C0D239A5}"/>
                </a:ext>
              </a:extLst>
            </p:cNvPr>
            <p:cNvSpPr txBox="1"/>
            <p:nvPr/>
          </p:nvSpPr>
          <p:spPr>
            <a:xfrm>
              <a:off x="10193985" y="4292614"/>
              <a:ext cx="141810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hu-HU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Different menu options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A5A74BF-EDDE-73D1-C2C0-2387871CF393}"/>
              </a:ext>
            </a:extLst>
          </p:cNvPr>
          <p:cNvSpPr txBox="1"/>
          <p:nvPr/>
        </p:nvSpPr>
        <p:spPr>
          <a:xfrm>
            <a:off x="9661703" y="3026100"/>
            <a:ext cx="2482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All UI elements dinamically change as the game goes on</a:t>
            </a:r>
          </a:p>
        </p:txBody>
      </p:sp>
    </p:spTree>
    <p:extLst>
      <p:ext uri="{BB962C8B-B14F-4D97-AF65-F5344CB8AC3E}">
        <p14:creationId xmlns:p14="http://schemas.microsoft.com/office/powerpoint/2010/main" val="40593231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6" grpId="0"/>
      <p:bldP spid="1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8A11-EC49-C0E4-A768-9B30931B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AF4B08-145D-65CC-3656-384F12E4F6C3}"/>
              </a:ext>
            </a:extLst>
          </p:cNvPr>
          <p:cNvSpPr txBox="1"/>
          <p:nvPr/>
        </p:nvSpPr>
        <p:spPr>
          <a:xfrm>
            <a:off x="10026428" y="3185682"/>
            <a:ext cx="1688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Here we can see different UI elements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F98D4-695F-37FD-625B-11171C808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A2F46-6F5E-7207-7F16-C334354256A8}"/>
              </a:ext>
            </a:extLst>
          </p:cNvPr>
          <p:cNvSpPr txBox="1"/>
          <p:nvPr/>
        </p:nvSpPr>
        <p:spPr>
          <a:xfrm>
            <a:off x="9643776" y="3105834"/>
            <a:ext cx="245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Let’s see the game shall we?</a:t>
            </a:r>
          </a:p>
        </p:txBody>
      </p:sp>
    </p:spTree>
    <p:extLst>
      <p:ext uri="{BB962C8B-B14F-4D97-AF65-F5344CB8AC3E}">
        <p14:creationId xmlns:p14="http://schemas.microsoft.com/office/powerpoint/2010/main" val="773651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4FAE-6EBB-F7D7-3106-04A8E566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08E220-9733-C0EF-9E65-382A512C7938}"/>
              </a:ext>
            </a:extLst>
          </p:cNvPr>
          <p:cNvSpPr txBox="1"/>
          <p:nvPr/>
        </p:nvSpPr>
        <p:spPr>
          <a:xfrm>
            <a:off x="10026428" y="3185682"/>
            <a:ext cx="1688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Here we can see different UI elements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66DF9-8FAB-01B5-B46A-675D2D867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649FC45-1CB2-5EA6-8457-DEA510FDBF01}"/>
              </a:ext>
            </a:extLst>
          </p:cNvPr>
          <p:cNvSpPr txBox="1"/>
          <p:nvPr/>
        </p:nvSpPr>
        <p:spPr>
          <a:xfrm>
            <a:off x="3931493" y="543525"/>
            <a:ext cx="43290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Thank you all for your attention!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A7374-8C9F-F6DE-4982-227B4CE94544}"/>
              </a:ext>
            </a:extLst>
          </p:cNvPr>
          <p:cNvSpPr txBox="1"/>
          <p:nvPr/>
        </p:nvSpPr>
        <p:spPr>
          <a:xfrm>
            <a:off x="4129719" y="5945143"/>
            <a:ext cx="39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Have a nice time crawlin’!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1B191-94D7-A3FE-689C-F0B7706CBB03}"/>
              </a:ext>
            </a:extLst>
          </p:cNvPr>
          <p:cNvSpPr txBox="1"/>
          <p:nvPr/>
        </p:nvSpPr>
        <p:spPr>
          <a:xfrm>
            <a:off x="4466979" y="3324181"/>
            <a:ext cx="325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you have any questions ask them now!</a:t>
            </a:r>
          </a:p>
        </p:txBody>
      </p:sp>
    </p:spTree>
    <p:extLst>
      <p:ext uri="{BB962C8B-B14F-4D97-AF65-F5344CB8AC3E}">
        <p14:creationId xmlns:p14="http://schemas.microsoft.com/office/powerpoint/2010/main" val="283464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212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 SMONK</dc:creator>
  <cp:lastModifiedBy>HU SMONK</cp:lastModifiedBy>
  <cp:revision>4</cp:revision>
  <dcterms:created xsi:type="dcterms:W3CDTF">2025-06-15T21:26:53Z</dcterms:created>
  <dcterms:modified xsi:type="dcterms:W3CDTF">2025-06-16T07:28:37Z</dcterms:modified>
</cp:coreProperties>
</file>